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70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MOMENTO | SEGURANCA MVP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Seguranca para Lancamento MVP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Firebase + Cloud Functions | Data: 28/05/2026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reduzir riscos criticos sem travar o go-live.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2926080"/>
            <a:ext cx="10424160" cy="2011680"/>
          </a:xfrm>
          <a:prstGeom prst="roundRect">
            <a:avLst>
              <a:gd name="adj" fmla="val 2273"/>
            </a:avLst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da varredura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49300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Regras Firestore e Storage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922776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Endpoints HTTP das Functions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4352544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Middleware/proxy e sessao no Next.js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479602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Headers de seguranca e CSP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MOMENTO | SEGURANCA MVP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principais e impacto de negocio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8366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1805109"/>
            <a:ext cx="905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ampla de dados de usuarios autenticados (risco de exposicao de PII).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8658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2350008"/>
            <a:ext cx="905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Enumeracao de telefone e rate limit em memoria por instancia.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83464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8950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852928"/>
            <a:ext cx="905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rota por cookie simples e CSP permissiva/Report-Only.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33756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9242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3355848"/>
            <a:ext cx="905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Check ausente e auditoria de CVEs pendente no CI.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160520"/>
            <a:ext cx="1060704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526280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Recomendacao de release: GO condicional, apos fechamento dos itens obrigatorios da Fase 1.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MOMENTO | SEGURANCA MVP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Risco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Severidade x Impacto x Esforco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81360" cy="2752344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Esforco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ampla de usuarios autenticados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LGPD/PII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Enumeracao de telefone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Abuso e scraping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Baixo-Medio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 em memoria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Bypass anti-spam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 simples no gate do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Bypass de UX protegida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 permissiva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risco XSS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Medio-Alto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App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Abuso automatizado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MOMENTO | SEGURANCA MVP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Execucao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hardening para lancamento MVP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566160" cy="32461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Go-Live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(Obrigatorio)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Fechar leitura ampla de usuarios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17296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Neutralizar enumeracao de telefone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602736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limit centralizado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4032504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Sessao server-validated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446227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CSP enforced inicial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26280" y="1783080"/>
            <a:ext cx="3566160" cy="3246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920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(Estabilizacao)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278892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Check em monitoramento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321868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Alertas 401/403/429/500 por rota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09160" y="3648456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Observabilidade de abuso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09160" y="4078224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Ajustes rapidos orientados por log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66760" y="1783080"/>
            <a:ext cx="3108960" cy="3246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19202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(Consolidacao)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49640" y="274320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Perfil publico x privado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49640" y="317296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tests no CI/CD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9640" y="3602736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Pentest de abuso de negocio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49640" y="4032504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Gestao continua de CVEs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MOMENTO | SEGURANCA MVP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Detalhado de Execucao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executavel com owner e prioridade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9509760" cy="3227832"/>
        </p:xfrm>
        <a:graphic>
          <a:graphicData uri="http://schemas.openxmlformats.org/drawingml/2006/table">
            <a:tbl>
              <a:tblPr/>
              <a:tblGrid>
                <a:gridCol w="425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inicial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Restringir leitura de usuarios (Firestore rules)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Ajustar verificarTelefone para resposta neutra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 em storage centralizado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Trocar auth-session por sessao validada no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Frontend/Backend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CSP e remover unsafe quando possivel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Frontend/Infra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Habilitar App Check + rollout gradual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Frontend/Backend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de security checks no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MOMENTO | SEGURANCA MVP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KPIs de Seguranca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Classificacao por pontos e nota maxima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37360"/>
          <a:ext cx="11384280" cy="393192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 max (pts)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Pontuacao atual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atual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de release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Bloqueio de acesso indevido (rules)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Protecao anti-enumeracao (telefone)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 efetivo multi-instancia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Sessao segura no app (server-validated)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 enforce sem unsafe critico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Hardening de upload de arquivos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Check e anti-bot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Monitoramento e alertas de seguranca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tests no CI/CD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Gestao de vulnerabilidades (CVE)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 elevado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48640" y="5806440"/>
            <a:ext cx="11064240" cy="56692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971032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maxima: 100 pontos | Faixas sugeridas: &lt;60 Alto risco, 60-79 Moderado, &gt;=80 Pronto para escala.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MOMENTO | SEGURANCA MVP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Release de Seguranca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minimo para aprovar o MVP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Teste de acesso cruzado entre usuarios deve falhar.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25856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Endpoint de telefone deve responder sem sinalizar existencia.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688336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Tentativa de forjar cookie nao pode vazar dados protegidos.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118104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Exibicao do extrato deve ser isolada por beneficiario.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54787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limit deve bloquear spam distribuido.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CI deve reprovar em CVE severa sem excecao aprovada.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440740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Alertas de seguranca devem disparar em erro 5xx/429 acima do baseline.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5074920"/>
            <a:ext cx="1060704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349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aprovacao sugerido: nenhum item P0 aberto + KPI total &gt;= 79/100.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MOMENTO | SEGURANCA MVP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Passos Imediatos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Execucao recomendada para os proximos 7 dias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 1-2: aplicar fixes P0 de regras, telefone e rate limit.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35000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 3-4: ajustar sessao server-side e endurecer CSP.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779776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 5: validar gate de release com testes manuais e automatizados.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209544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 6-7: monitorar producao, corrigir regressao e atualizar score KPI.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4206240"/>
            <a:ext cx="1060704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6634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Saida esperada: MVP com risco controlado, plano de melhoria continua e seguranca mensuravel por pontuacao.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762</Words>
  <Application>Microsoft Office PowerPoint</Application>
  <PresentationFormat>Widescreen</PresentationFormat>
  <Paragraphs>211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Nosso Momento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Seguranca MVP - Nosso Momento</dc:title>
  <dc:subject>Varredura de seguranca e roadmap MVP</dc:subject>
  <dc:creator>Nosso Momento</dc:creator>
  <cp:lastModifiedBy>Letícia Galvão</cp:lastModifiedBy>
  <cp:revision>2</cp:revision>
  <dcterms:created xsi:type="dcterms:W3CDTF">2026-05-28T20:54:58Z</dcterms:created>
  <dcterms:modified xsi:type="dcterms:W3CDTF">2026-05-28T21:05:59Z</dcterms:modified>
</cp:coreProperties>
</file>