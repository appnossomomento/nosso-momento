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pic>
        <p:nvPicPr>
          <p:cNvPr id="3" name="Image 0" descr="C:\Users\WL\Desktop\nosso-momento\assets\icons\logo-black-txt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3152"/>
            <a:ext cx="1691640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81160" y="18288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Release Deck | MVP 2026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66928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 de Seguranca para Lancamento MVP (V2)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566928" y="135331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+ Firebase + Cloud Functions | 28/05/2026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37360"/>
            <a:ext cx="1101852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6928" y="2057400"/>
            <a:ext cx="10972800" cy="3611880"/>
          </a:xfrm>
          <a:prstGeom prst="roundRect">
            <a:avLst>
              <a:gd name="adj" fmla="val 2532"/>
            </a:avLst>
          </a:prstGeom>
          <a:solidFill>
            <a:srgbClr val="EAF5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Mensagem central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269748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Go-live recomendado com gate de seguranca e fechamento de P0.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914400" y="3886200"/>
            <a:ext cx="9966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Escopo: rules, functions, auth/session, headers, CSP e operacao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14400" y="4251960"/>
            <a:ext cx="9966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Saida: plano de execucao em 3 fases + KPIs com nota maxima 100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14400" y="4617720"/>
            <a:ext cx="9966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Objetivo: reduzir risco sem comprometer velocidade de entrega</a:t>
            </a:r>
            <a:endParaRPr lang="en-US" sz="1400" dirty="0"/>
          </a:p>
        </p:txBody>
      </p:sp>
      <p:pic>
        <p:nvPicPr>
          <p:cNvPr id="14" name="Image 1" descr="C:\Users\WL\Desktop\nosso-momento\assets\icons\logo-black-txt-fu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237744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pic>
        <p:nvPicPr>
          <p:cNvPr id="3" name="Image 0" descr="C:\Users\WL\Desktop\nosso-momento\assets\icons\logo-black-txt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3152"/>
            <a:ext cx="1691640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81160" y="18288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Release Deck | MVP 2026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66928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Resumo Executivo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566928" y="135331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Prioridades para seguranca antes da escala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37360"/>
            <a:ext cx="1101852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2011680"/>
            <a:ext cx="1097280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2286000"/>
            <a:ext cx="1170432" cy="310896"/>
          </a:xfrm>
          <a:prstGeom prst="roundRect">
            <a:avLst>
              <a:gd name="adj" fmla="val 20588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2350008"/>
            <a:ext cx="1170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240280" y="2322576"/>
            <a:ext cx="8961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Leitura ampla de dados de usuarios autenticados.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914400" y="2788920"/>
            <a:ext cx="1170432" cy="310896"/>
          </a:xfrm>
          <a:prstGeom prst="roundRect">
            <a:avLst>
              <a:gd name="adj" fmla="val 2058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852928"/>
            <a:ext cx="1170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ALTO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240280" y="2825496"/>
            <a:ext cx="8961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Enumeracao de telefone e rate limit local por instancia.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914400" y="3291840"/>
            <a:ext cx="1170432" cy="310896"/>
          </a:xfrm>
          <a:prstGeom prst="roundRect">
            <a:avLst>
              <a:gd name="adj" fmla="val 2058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3355848"/>
            <a:ext cx="1170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MEDIO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240280" y="3328416"/>
            <a:ext cx="8961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Sessao com cookie simples e CSP com excecoes amplas.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914400" y="3794760"/>
            <a:ext cx="1170432" cy="310896"/>
          </a:xfrm>
          <a:prstGeom prst="roundRect">
            <a:avLst>
              <a:gd name="adj" fmla="val 2058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3858768"/>
            <a:ext cx="1170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BAIXO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240280" y="3831336"/>
            <a:ext cx="8961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Check e governanca de CVE ainda incompletos.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914400" y="4434840"/>
            <a:ext cx="10424160" cy="749808"/>
          </a:xfrm>
          <a:prstGeom prst="roundRect">
            <a:avLst>
              <a:gd name="adj" fmla="val 9756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88720" y="4645152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Diretriz: liberar com GO condicional apos fechamento dos itens P0 da fase pre go-live.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pic>
        <p:nvPicPr>
          <p:cNvPr id="3" name="Image 0" descr="C:\Users\WL\Desktop\nosso-momento\assets\icons\logo-black-txt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3152"/>
            <a:ext cx="1691640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81160" y="18288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Release Deck | MVP 2026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66928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Plano de Execucao em 3 Fases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566928" y="135331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Sequencia recomendada para o MVP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37360"/>
            <a:ext cx="1101852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2011680"/>
            <a:ext cx="3520440" cy="3611880"/>
          </a:xfrm>
          <a:prstGeom prst="roundRect">
            <a:avLst>
              <a:gd name="adj" fmla="val 2078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22402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1B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FASE 1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991B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 Go-Live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991B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(Obrigatoria)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3063240"/>
            <a:ext cx="3017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Regras de acesso a usuarios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68680" y="3383280"/>
            <a:ext cx="3017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Resposta neutra no telefone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68680" y="3703320"/>
            <a:ext cx="3017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Rate limit centralizado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68680" y="4023360"/>
            <a:ext cx="3017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Sessao validada no servidor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68680" y="4343400"/>
            <a:ext cx="3017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CSP enforce inicial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343400" y="2011680"/>
            <a:ext cx="3520440" cy="3611880"/>
          </a:xfrm>
          <a:prstGeom prst="roundRect">
            <a:avLst>
              <a:gd name="adj" fmla="val 2078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0" y="22402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2400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FASE 2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92400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Semana 1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92400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(Estabilizacao)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572000" y="3063240"/>
            <a:ext cx="3017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App Check em rollout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572000" y="3383280"/>
            <a:ext cx="3017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Alertas de seguranca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572000" y="3703320"/>
            <a:ext cx="3017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Monitoramento de abuso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572000" y="4023360"/>
            <a:ext cx="3017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Ajustes por telemetria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046720" y="20116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75320" y="22402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65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FASE 3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665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Mes 1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665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(Consolidacao)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275320" y="3063240"/>
            <a:ext cx="3063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Modelo publico vs privado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8275320" y="3383280"/>
            <a:ext cx="3063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Security tests no CI/CD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8275320" y="3703320"/>
            <a:ext cx="3063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Pentest de negocio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8275320" y="4023360"/>
            <a:ext cx="3063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Gestao continua de CVE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pic>
        <p:nvPicPr>
          <p:cNvPr id="3" name="Image 0" descr="C:\Users\WL\Desktop\nosso-momento\assets\icons\logo-black-txt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3152"/>
            <a:ext cx="1691640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81160" y="18288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Release Deck | MVP 2026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66928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Cronograma de Execucao (Gantt)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566928" y="135331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Janela de 7 dias para release seguro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37360"/>
            <a:ext cx="1101852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2011680"/>
            <a:ext cx="1097280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2121408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Trilha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931920" y="2121408"/>
            <a:ext cx="11247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931920" y="2340864"/>
            <a:ext cx="0" cy="31546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56632" y="2121408"/>
            <a:ext cx="11247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D2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056632" y="2340864"/>
            <a:ext cx="0" cy="31546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81344" y="2121408"/>
            <a:ext cx="11247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D3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81344" y="2340864"/>
            <a:ext cx="0" cy="31546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06056" y="2121408"/>
            <a:ext cx="11247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D4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306056" y="2340864"/>
            <a:ext cx="0" cy="31546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30768" y="2121408"/>
            <a:ext cx="11247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D5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430768" y="2340864"/>
            <a:ext cx="0" cy="31546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555480" y="2121408"/>
            <a:ext cx="11247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D6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9555480" y="2340864"/>
            <a:ext cx="0" cy="31546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680192" y="2121408"/>
            <a:ext cx="11247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D7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0680192" y="2340864"/>
            <a:ext cx="0" cy="31546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68680" y="248716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P0 rules + telefone</a:t>
            </a:r>
            <a:endParaRPr lang="en-US" sz="1120" dirty="0"/>
          </a:p>
        </p:txBody>
      </p:sp>
      <p:sp>
        <p:nvSpPr>
          <p:cNvPr id="25" name="Shape 22"/>
          <p:cNvSpPr/>
          <p:nvPr/>
        </p:nvSpPr>
        <p:spPr>
          <a:xfrm>
            <a:off x="3986784" y="2441448"/>
            <a:ext cx="2139696" cy="292608"/>
          </a:xfrm>
          <a:prstGeom prst="roundRect">
            <a:avLst>
              <a:gd name="adj" fmla="val 1875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68680" y="2962656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Rate limit centralizado</a:t>
            </a:r>
            <a:endParaRPr lang="en-US" sz="1120" dirty="0"/>
          </a:p>
        </p:txBody>
      </p:sp>
      <p:sp>
        <p:nvSpPr>
          <p:cNvPr id="27" name="Shape 24"/>
          <p:cNvSpPr/>
          <p:nvPr/>
        </p:nvSpPr>
        <p:spPr>
          <a:xfrm>
            <a:off x="5111496" y="2916936"/>
            <a:ext cx="2139696" cy="292608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68680" y="3438144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Sessao server + CSP</a:t>
            </a:r>
            <a:endParaRPr lang="en-US" sz="1120" dirty="0"/>
          </a:p>
        </p:txBody>
      </p:sp>
      <p:sp>
        <p:nvSpPr>
          <p:cNvPr id="29" name="Shape 26"/>
          <p:cNvSpPr/>
          <p:nvPr/>
        </p:nvSpPr>
        <p:spPr>
          <a:xfrm>
            <a:off x="6236208" y="3392424"/>
            <a:ext cx="2139696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68680" y="3913632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 de seguranca</a:t>
            </a:r>
            <a:endParaRPr lang="en-US" sz="1120" dirty="0"/>
          </a:p>
        </p:txBody>
      </p:sp>
      <p:sp>
        <p:nvSpPr>
          <p:cNvPr id="31" name="Shape 28"/>
          <p:cNvSpPr/>
          <p:nvPr/>
        </p:nvSpPr>
        <p:spPr>
          <a:xfrm>
            <a:off x="8485632" y="3867912"/>
            <a:ext cx="1014984" cy="292608"/>
          </a:xfrm>
          <a:prstGeom prst="roundRect">
            <a:avLst>
              <a:gd name="adj" fmla="val 1875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68680" y="4389120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Monitoramento e tuning</a:t>
            </a:r>
            <a:endParaRPr lang="en-US" sz="1120" dirty="0"/>
          </a:p>
        </p:txBody>
      </p:sp>
      <p:sp>
        <p:nvSpPr>
          <p:cNvPr id="33" name="Shape 30"/>
          <p:cNvSpPr/>
          <p:nvPr/>
        </p:nvSpPr>
        <p:spPr>
          <a:xfrm>
            <a:off x="9610344" y="4343400"/>
            <a:ext cx="2139696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68680" y="486460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Atualizacao score KPI</a:t>
            </a:r>
            <a:endParaRPr lang="en-US" sz="1120" dirty="0"/>
          </a:p>
        </p:txBody>
      </p:sp>
      <p:sp>
        <p:nvSpPr>
          <p:cNvPr id="35" name="Shape 32"/>
          <p:cNvSpPr/>
          <p:nvPr/>
        </p:nvSpPr>
        <p:spPr>
          <a:xfrm>
            <a:off x="10735056" y="4818888"/>
            <a:ext cx="1014984" cy="292608"/>
          </a:xfrm>
          <a:prstGeom prst="roundRect">
            <a:avLst>
              <a:gd name="adj" fmla="val 1875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68680" y="5486400"/>
            <a:ext cx="10424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Marco de release: D5 com gate cumprido e sem P0 aberto.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pic>
        <p:nvPicPr>
          <p:cNvPr id="3" name="Image 0" descr="C:\Users\WL\Desktop\nosso-momento\assets\icons\logo-black-txt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3152"/>
            <a:ext cx="1691640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81160" y="18288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Release Deck | MVP 2026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66928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Plano de Execucao Detalhado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566928" y="135331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Owner, prazo e prioridade de cada entrega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37360"/>
            <a:ext cx="1101852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011680"/>
          <a:ext cx="11201400" cy="3749040"/>
        </p:xfrm>
        <a:graphic>
          <a:graphicData uri="http://schemas.openxmlformats.org/drawingml/2006/table">
            <a:tbl>
              <a:tblPr/>
              <a:tblGrid>
                <a:gridCol w="4572000"/>
                <a:gridCol w="1828800"/>
                <a:gridCol w="960120"/>
                <a:gridCol w="1005840"/>
                <a:gridCol w="1188720"/>
              </a:tblGrid>
              <a:tr h="4686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Item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Owner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Prazo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Prioridade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Restringir leitura de usuarios (rules)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Backend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D-7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fazer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Resposta neutra em verificarTelefone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Backend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D-6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fazer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Rate limit em armazenamento central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Backend/Infra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D-5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fazer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Sessao validada no server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Frontend/Backend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D-4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fazer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CSP enforce sem unsafe critico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Frontend/Infra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D-3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fazer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 Check rollout gradual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Frontend/Backend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D+3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fazer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Security checks no CI/CD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D+7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fazer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pic>
        <p:nvPicPr>
          <p:cNvPr id="3" name="Image 0" descr="C:\Users\WL\Desktop\nosso-momento\assets\icons\logo-black-txt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3152"/>
            <a:ext cx="1691640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81160" y="18288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Release Deck | MVP 2026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66928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Tabela de KPIs de Seguranca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566928" y="135331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Classificacao por pontos com nota maxima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37360"/>
            <a:ext cx="1101852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11292840" cy="3886200"/>
        </p:xfrm>
        <a:graphic>
          <a:graphicData uri="http://schemas.openxmlformats.org/drawingml/2006/table">
            <a:tbl>
              <a:tblPr/>
              <a:tblGrid>
                <a:gridCol w="4663440"/>
                <a:gridCol w="1463040"/>
                <a:gridCol w="1371600"/>
                <a:gridCol w="1737360"/>
                <a:gridCol w="2057400"/>
              </a:tblGrid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KPI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Peso max (pts)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Atual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Nivel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Meta release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Bloqueio de acesso indevido (rules)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&gt;= 16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Protecao anti-enumeracao (telefone)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Alto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&gt;= 8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Rate limit efetivo multi-instancia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Alto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&gt;= 12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Sessao segura no app (server-validated)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&gt;= 8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CSP enforce sem unsafe critico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&gt;= 8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Hardening de upload de arquivos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&gt;= 8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 Check e anti-bot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Baixo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&gt;= 7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Monitoramento e alertas de seguranca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&gt;= 8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Security tests no CI/CD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Baixo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&gt;= 4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Gestao de vulnerabilidades (CVE)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&gt;= 8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Risco elevado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&gt;= 79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31520" y="5943600"/>
            <a:ext cx="10789920" cy="4572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60120" y="6099048"/>
            <a:ext cx="10332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Nota maxima: 100 | Faixas: &lt;60 alto risco | 60-79 moderado | &gt;=80 pronto para escalar.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pic>
        <p:nvPicPr>
          <p:cNvPr id="3" name="Image 0" descr="C:\Users\WL\Desktop\nosso-momento\assets\icons\logo-black-txt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3152"/>
            <a:ext cx="1691640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81160" y="18288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Release Deck | MVP 2026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66928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Gate de Release de Seguranca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566928" y="135331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Checklist minimo para aprovar producao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37360"/>
            <a:ext cx="1101852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2011680"/>
            <a:ext cx="109728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2468880"/>
            <a:ext cx="9875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Acesso cruzado entre usuarios deve falhar.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2880360"/>
            <a:ext cx="9875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Endpoint de telefone sem sinalizar existencia.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3291840"/>
            <a:ext cx="9875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Cookie forjado nao pode expor dados protegidos.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14400" y="3703320"/>
            <a:ext cx="9875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Extrato isolado por beneficiario e paginacao valida.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14400" y="4114800"/>
            <a:ext cx="9875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Rate limit bloqueando spam distribuido.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14400" y="4526280"/>
            <a:ext cx="9875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CI reprovando CVE severa sem excecao aprovada.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14400" y="4937760"/>
            <a:ext cx="9875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Alerta ativo para erro 5xx e 429 acima do baseline.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22960" y="5760720"/>
            <a:ext cx="10607040" cy="594360"/>
          </a:xfrm>
          <a:prstGeom prst="roundRect">
            <a:avLst>
              <a:gd name="adj" fmla="val 12308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97280" y="5971032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Aprovacao sugerida: nenhum P0 aberto + score total KPI &gt;= 79/100.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pic>
        <p:nvPicPr>
          <p:cNvPr id="3" name="Image 0" descr="C:\Users\WL\Desktop\nosso-momento\assets\icons\logo-black-txt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3152"/>
            <a:ext cx="1691640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81160" y="18288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Release Deck | MVP 2026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66928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Fechamento e Proximos 7 Dias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566928" y="135331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Plano de ataque final para release seguro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37360"/>
            <a:ext cx="1101852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8368" y="2057400"/>
            <a:ext cx="10972800" cy="3611880"/>
          </a:xfrm>
          <a:prstGeom prst="roundRect">
            <a:avLst>
              <a:gd name="adj" fmla="val 2025"/>
            </a:avLst>
          </a:prstGeom>
          <a:solidFill>
            <a:srgbClr val="EAF5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2514600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Dia 1-2: fechar P0 de rules, telefone e rate limit.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60120" y="3017520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Dia 3-4: hardening de sessao server-side e CSP.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60120" y="3520440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Dia 5: executar gate de seguranca completo.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60120" y="4023360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Dia 6-7: monitorar producao e recalcular KPIs.</a:t>
            </a:r>
            <a:endParaRPr lang="en-US" sz="1600" dirty="0"/>
          </a:p>
        </p:txBody>
      </p:sp>
      <p:pic>
        <p:nvPicPr>
          <p:cNvPr id="13" name="Image 1" descr="C:\Users\WL\Desktop\nosso-momento\assets\icons\logo-black-txt-fu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880360"/>
            <a:ext cx="2057400" cy="20574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60120" y="534924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Entrega final esperada: MVP com risco controlado e evolucao guiada por score.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Nosso Momento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Seguranca MVP - Nosso Momento v2</dc:title>
  <dc:subject>Versao 2 - seguranca e lancamento MVP</dc:subject>
  <dc:creator>Nosso Momento</dc:creator>
  <cp:lastModifiedBy>Nosso Momento</cp:lastModifiedBy>
  <cp:revision>1</cp:revision>
  <dcterms:created xsi:type="dcterms:W3CDTF">2026-05-28T21:04:00Z</dcterms:created>
  <dcterms:modified xsi:type="dcterms:W3CDTF">2026-05-28T21:04:00Z</dcterms:modified>
</cp:coreProperties>
</file>